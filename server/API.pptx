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0" y="27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📌 API 1: EXPORT JSON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8F9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>
              <a:defRPr sz="2200" b="1">
                <a:solidFill>
                  <a:srgbClr val="764BA2"/>
                </a:solidFill>
              </a:defRPr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/doctors/export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tả</a:t>
            </a:r>
            <a:r>
              <a:rPr dirty="0"/>
              <a:t>: </a:t>
            </a:r>
            <a:r>
              <a:rPr dirty="0" err="1"/>
              <a:t>Tải</a:t>
            </a:r>
            <a:r>
              <a:rPr dirty="0"/>
              <a:t> </a:t>
            </a:r>
            <a:r>
              <a:rPr dirty="0" err="1"/>
              <a:t>xuống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bác</a:t>
            </a:r>
            <a:r>
              <a:rPr dirty="0"/>
              <a:t> </a:t>
            </a:r>
            <a:r>
              <a:rPr dirty="0" err="1"/>
              <a:t>sĩ</a:t>
            </a:r>
            <a:r>
              <a:rPr dirty="0"/>
              <a:t> </a:t>
            </a:r>
            <a:r>
              <a:rPr dirty="0" err="1"/>
              <a:t>dưới</a:t>
            </a:r>
            <a:r>
              <a:rPr dirty="0"/>
              <a:t> </a:t>
            </a:r>
            <a:r>
              <a:rPr dirty="0" err="1"/>
              <a:t>dạng</a:t>
            </a:r>
            <a:r>
              <a:rPr dirty="0"/>
              <a:t> JSON file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Token: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✅</a:t>
            </a:r>
          </a:p>
          <a:p>
            <a:pPr>
              <a:defRPr sz="1400">
                <a:solidFill>
                  <a:srgbClr val="48BB78"/>
                </a:solidFill>
                <a:latin typeface="Courier New"/>
              </a:defRPr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URL: http://localhost:5000/api/doctors/export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  ✅ Công </a:t>
            </a:r>
            <a:r>
              <a:rPr dirty="0" err="1"/>
              <a:t>khai</a:t>
            </a:r>
            <a:r>
              <a:rPr dirty="0"/>
              <a:t> -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yêu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authentication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  ✅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file JSON </a:t>
            </a:r>
            <a:r>
              <a:rPr dirty="0" err="1"/>
              <a:t>để</a:t>
            </a:r>
            <a:r>
              <a:rPr dirty="0"/>
              <a:t> download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  ✅ </a:t>
            </a:r>
            <a:r>
              <a:rPr dirty="0" err="1"/>
              <a:t>Chứa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bác</a:t>
            </a:r>
            <a:r>
              <a:rPr dirty="0"/>
              <a:t> </a:t>
            </a:r>
            <a:r>
              <a:rPr dirty="0" err="1"/>
              <a:t>sĩ</a:t>
            </a: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  ✅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backup </a:t>
            </a:r>
            <a:r>
              <a:rPr dirty="0" err="1"/>
              <a:t>hoặc</a:t>
            </a:r>
            <a:r>
              <a:rPr dirty="0"/>
              <a:t> data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📌 API 2: GET BY DEPARTMENT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8F9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>
              <a:defRPr sz="2200" b="1">
                <a:solidFill>
                  <a:srgbClr val="764BA2"/>
                </a:solidFill>
              </a:defRPr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/doctors/by-department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tả</a:t>
            </a:r>
            <a:r>
              <a:rPr dirty="0"/>
              <a:t>: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bác</a:t>
            </a:r>
            <a:r>
              <a:rPr dirty="0"/>
              <a:t> </a:t>
            </a:r>
            <a:r>
              <a:rPr dirty="0" err="1"/>
              <a:t>sĩ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khoa/</a:t>
            </a:r>
            <a:r>
              <a:rPr dirty="0" err="1"/>
              <a:t>phòng</a:t>
            </a:r>
            <a:r>
              <a:rPr dirty="0"/>
              <a:t> ban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Token: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buộc</a:t>
            </a:r>
            <a:r>
              <a:rPr dirty="0"/>
              <a:t> 🔐</a:t>
            </a:r>
          </a:p>
          <a:p>
            <a:pPr>
              <a:defRPr sz="1300">
                <a:solidFill>
                  <a:srgbClr val="48BB78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URL: .../</a:t>
            </a:r>
            <a:r>
              <a:rPr dirty="0" err="1"/>
              <a:t>api</a:t>
            </a:r>
            <a:r>
              <a:rPr dirty="0"/>
              <a:t>/doctors/</a:t>
            </a:r>
            <a:r>
              <a:rPr dirty="0" err="1"/>
              <a:t>by-department?token</a:t>
            </a:r>
            <a:r>
              <a:rPr dirty="0"/>
              <a:t>=</a:t>
            </a:r>
            <a:r>
              <a:rPr dirty="0" err="1"/>
              <a:t>YOUR_TOKEN&amp;department</a:t>
            </a:r>
            <a:r>
              <a:rPr dirty="0"/>
              <a:t>=Cardiology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Query Parameters: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• token (string, required) - JWT authentication token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• department (string, required) - </a:t>
            </a:r>
            <a:r>
              <a:rPr dirty="0" err="1"/>
              <a:t>Tên</a:t>
            </a:r>
            <a:r>
              <a:rPr dirty="0"/>
              <a:t> khoa (Cardiology, General...)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Department: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✅ Cardiology      ✅ Orthopedics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✅ General         ✅ Urology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📌 API 3: GET BY SPECIALIZATION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8F9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>
              <a:defRPr sz="2200" b="1">
                <a:solidFill>
                  <a:srgbClr val="764BA2"/>
                </a:solidFill>
              </a:defRPr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/doctors/by-specialization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tả</a:t>
            </a:r>
            <a:r>
              <a:rPr dirty="0"/>
              <a:t>: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bác</a:t>
            </a:r>
            <a:r>
              <a:rPr dirty="0"/>
              <a:t> </a:t>
            </a:r>
            <a:r>
              <a:rPr dirty="0" err="1"/>
              <a:t>sĩ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chuyên</a:t>
            </a:r>
            <a:r>
              <a:rPr dirty="0"/>
              <a:t> khoa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Token: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buộc</a:t>
            </a:r>
            <a:r>
              <a:rPr dirty="0"/>
              <a:t> 🔐</a:t>
            </a:r>
          </a:p>
          <a:p>
            <a:pPr>
              <a:defRPr sz="1300">
                <a:solidFill>
                  <a:srgbClr val="48BB78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URL: .../</a:t>
            </a:r>
            <a:r>
              <a:rPr dirty="0" err="1"/>
              <a:t>by-specialization?token</a:t>
            </a:r>
            <a:r>
              <a:rPr dirty="0"/>
              <a:t>=</a:t>
            </a:r>
            <a:r>
              <a:rPr dirty="0" err="1"/>
              <a:t>YOUR_TOKEN&amp;specialization</a:t>
            </a:r>
            <a:r>
              <a:rPr dirty="0"/>
              <a:t>=Cardiologist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Query Parameters: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• token (string, required) - JWT authentication token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• specialization (string, required) - Chuyên khoa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Specialization: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✅ Cardiologist         ✅ Orthopedic Surgeon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✅ Urologist            ✅ </a:t>
            </a:r>
            <a:r>
              <a:rPr dirty="0" err="1"/>
              <a:t>Gynaecologist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📌 API 4: ADVANCED FILTERS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8F9FA"/>
          </a:solidFill>
          <a:ln w="508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>
              <a:defRPr sz="2200" b="1">
                <a:solidFill>
                  <a:srgbClr val="764BA2"/>
                </a:solidFill>
              </a:defRPr>
            </a:pPr>
            <a:r>
              <a:t>GET /api/doctors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defRPr sz="1600">
                <a:solidFill>
                  <a:srgbClr val="333333"/>
                </a:solidFill>
              </a:defRPr>
            </a:pPr>
            <a:r>
              <a:t>Mô tả: Lấy bác sĩ với nhiều bộ lọc kết hợp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Token: Bắt buộc 🔐</a:t>
            </a:r>
          </a:p>
          <a:p>
            <a:pPr>
              <a:defRPr sz="1200">
                <a:solidFill>
                  <a:srgbClr val="48BB78"/>
                </a:solidFill>
                <a:latin typeface="Courier New"/>
              </a:defRPr>
            </a:pPr>
            <a:endParaRPr/>
          </a:p>
          <a:p>
            <a:pPr>
              <a:defRPr sz="1600">
                <a:solidFill>
                  <a:srgbClr val="333333"/>
                </a:solidFill>
              </a:defRPr>
            </a:pPr>
            <a:r>
              <a:t>URL: .../doctors?token=TOKEN&amp;name=Dr&amp;specialization=...&amp;department=...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defRPr sz="1600">
                <a:solidFill>
                  <a:srgbClr val="333333"/>
                </a:solidFill>
              </a:defRPr>
            </a:pPr>
            <a:r>
              <a:t>Query Parameters: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• token (string, required) - JWT authentication token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• name (string, optional) - Tìm theo tên (case-insensitive)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• specialization (string, optional) - Lọc theo chuyên khoa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• department (string, optional) - Lọc theo khoa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Tính năng mạnh mẽ: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✅ Kết hợp nhiều filters cùng lúc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✅ Tìm kiếm không phân biệt hoa thường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✅ Trả về mảng rỗng nếu không tìm thấy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🔐 AUTHENTICATION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Bước 1: Login để lấy token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POST http://localhost:5000/api/auth/login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Body: {"email": "user@example.com", "password": "password"}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48BB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Bước 2: Sử dụng token trong URL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GET .../api/doctors/by-department?token=eyJhbGc...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Middleware isAuthenticated: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✅ Lấy token từ query string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✅ Verify JWT signature với secret key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✅ Extract user ID và role từ token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✅ Pass request nếu hợp lệ, reject nếu sai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🎯 HƯỚNG DẪN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009163" cy="3847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rPr dirty="0"/>
              <a:t>1. Test API 1 (Export) - Công </a:t>
            </a:r>
            <a:r>
              <a:rPr dirty="0" err="1"/>
              <a:t>khai</a:t>
            </a:r>
            <a:endParaRPr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 </a:t>
            </a:r>
            <a:r>
              <a:rPr dirty="0" err="1"/>
              <a:t>Mở</a:t>
            </a:r>
            <a:r>
              <a:rPr dirty="0"/>
              <a:t> browser: http://localhost:5000/api/doctors/export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rPr dirty="0"/>
              <a:t>2. Test API 2, 3, 4 - </a:t>
            </a:r>
            <a:r>
              <a:rPr dirty="0" err="1"/>
              <a:t>Cần</a:t>
            </a:r>
            <a:r>
              <a:rPr dirty="0"/>
              <a:t> Token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rPr dirty="0"/>
              <a:t>   </a:t>
            </a:r>
            <a:r>
              <a:rPr dirty="0" err="1"/>
              <a:t>Bước</a:t>
            </a:r>
            <a:r>
              <a:rPr dirty="0"/>
              <a:t> 1: Login </a:t>
            </a:r>
            <a:r>
              <a:rPr dirty="0" err="1"/>
              <a:t>bằng</a:t>
            </a:r>
            <a:r>
              <a:rPr dirty="0"/>
              <a:t> Postman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 POST /</a:t>
            </a:r>
            <a:r>
              <a:rPr dirty="0" err="1"/>
              <a:t>api</a:t>
            </a:r>
            <a:r>
              <a:rPr dirty="0"/>
              <a:t>/auth/login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 Body: {"</a:t>
            </a:r>
            <a:r>
              <a:rPr dirty="0" err="1"/>
              <a:t>email":"user@example.com</a:t>
            </a:r>
            <a:r>
              <a:rPr dirty="0"/>
              <a:t>", "</a:t>
            </a:r>
            <a:r>
              <a:rPr dirty="0" err="1"/>
              <a:t>password":"password</a:t>
            </a:r>
            <a:r>
              <a:rPr dirty="0"/>
              <a:t>"}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rPr dirty="0"/>
              <a:t>   </a:t>
            </a:r>
            <a:r>
              <a:rPr dirty="0" err="1"/>
              <a:t>Bước</a:t>
            </a:r>
            <a:r>
              <a:rPr dirty="0"/>
              <a:t> 2: Copy token </a:t>
            </a:r>
            <a:r>
              <a:rPr dirty="0" err="1"/>
              <a:t>từ</a:t>
            </a:r>
            <a:r>
              <a:rPr dirty="0"/>
              <a:t> response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rPr dirty="0"/>
              <a:t>   </a:t>
            </a:r>
            <a:r>
              <a:rPr dirty="0" err="1"/>
              <a:t>Bước</a:t>
            </a:r>
            <a:r>
              <a:rPr dirty="0"/>
              <a:t> 3: Paste token </a:t>
            </a:r>
            <a:r>
              <a:rPr dirty="0" err="1"/>
              <a:t>vào</a:t>
            </a:r>
            <a:r>
              <a:rPr dirty="0"/>
              <a:t> URL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   GET /</a:t>
            </a:r>
            <a:r>
              <a:rPr dirty="0" err="1"/>
              <a:t>api</a:t>
            </a:r>
            <a:r>
              <a:rPr dirty="0"/>
              <a:t>/doctors/</a:t>
            </a:r>
            <a:r>
              <a:rPr dirty="0" err="1"/>
              <a:t>by-department?token</a:t>
            </a:r>
            <a:r>
              <a:rPr dirty="0"/>
              <a:t>=</a:t>
            </a:r>
            <a:r>
              <a:rPr dirty="0" err="1"/>
              <a:t>YOUR_TOKEN&amp;department</a:t>
            </a:r>
            <a:r>
              <a:rPr dirty="0"/>
              <a:t>=Cardiology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598</Words>
  <Application>Microsoft Office PowerPoint</Application>
  <PresentationFormat>On-screen Show (4:3)</PresentationFormat>
  <Paragraphs>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Huyyy _ _</cp:lastModifiedBy>
  <cp:revision>2</cp:revision>
  <dcterms:created xsi:type="dcterms:W3CDTF">2013-01-27T09:14:16Z</dcterms:created>
  <dcterms:modified xsi:type="dcterms:W3CDTF">2026-01-22T09:44:03Z</dcterms:modified>
  <cp:category/>
</cp:coreProperties>
</file>